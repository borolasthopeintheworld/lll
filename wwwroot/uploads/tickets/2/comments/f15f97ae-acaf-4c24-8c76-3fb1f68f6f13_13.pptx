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6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ппппрп аппрпа" userId="6a468e1cd61a1289" providerId="LiveId" clId="{9761790E-3130-4D13-9266-CF4BF2C50225}"/>
    <pc:docChg chg="modSld">
      <pc:chgData name="Аппппрп аппрпа" userId="6a468e1cd61a1289" providerId="LiveId" clId="{9761790E-3130-4D13-9266-CF4BF2C50225}" dt="2023-04-09T06:17:48.201" v="8" actId="1076"/>
      <pc:docMkLst>
        <pc:docMk/>
      </pc:docMkLst>
      <pc:sldChg chg="modSp mod">
        <pc:chgData name="Аппппрп аппрпа" userId="6a468e1cd61a1289" providerId="LiveId" clId="{9761790E-3130-4D13-9266-CF4BF2C50225}" dt="2023-04-09T06:17:48.201" v="8" actId="1076"/>
        <pc:sldMkLst>
          <pc:docMk/>
          <pc:sldMk cId="1084312564" sldId="257"/>
        </pc:sldMkLst>
        <pc:spChg chg="mod">
          <ac:chgData name="Аппппрп аппрпа" userId="6a468e1cd61a1289" providerId="LiveId" clId="{9761790E-3130-4D13-9266-CF4BF2C50225}" dt="2023-04-09T06:01:30.033" v="7" actId="1076"/>
          <ac:spMkLst>
            <pc:docMk/>
            <pc:sldMk cId="1084312564" sldId="257"/>
            <ac:spMk id="29" creationId="{DF0F6D79-2796-399D-3421-9CEC6CFC7B48}"/>
          </ac:spMkLst>
        </pc:spChg>
        <pc:spChg chg="mod">
          <ac:chgData name="Аппппрп аппрпа" userId="6a468e1cd61a1289" providerId="LiveId" clId="{9761790E-3130-4D13-9266-CF4BF2C50225}" dt="2023-04-09T06:17:48.201" v="8" actId="1076"/>
          <ac:spMkLst>
            <pc:docMk/>
            <pc:sldMk cId="1084312564" sldId="257"/>
            <ac:spMk id="35" creationId="{78B926F4-6BDC-C50B-716E-5B12BEE6244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27B67-A9E8-571D-F620-2D89D1A1D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CD94A00-4D8B-DE15-62AD-8FE0DBD84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E2D710-F039-784E-CDD3-B0F62D95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225F-6FBA-4B90-92BB-EFB2532123D7}" type="datetimeFigureOut">
              <a:rPr lang="ru-RU" smtClean="0"/>
              <a:t>09.04.2023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C53258-A60B-5954-0966-1C5B6A330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8427F6-6575-6D6A-3BD2-2C9E66124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8632-9168-476A-B678-FC0AC215B6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011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18FCDC-FD18-B2CF-375F-2022EA34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79F674-55EF-8D0B-7841-D188B5435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C25108-7B87-35C1-B988-AF4EBBA76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225F-6FBA-4B90-92BB-EFB2532123D7}" type="datetimeFigureOut">
              <a:rPr lang="ru-RU" smtClean="0"/>
              <a:t>09.04.2023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2F4A1C-9C9B-39A0-2C75-3DB1F5B71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25DC3A-ED6F-3527-720B-4834663C6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8632-9168-476A-B678-FC0AC215B6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462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31C9F-728E-62AB-05F9-58ACD84C9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39D2F9-A950-DF17-4609-2A710EE36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C4929A-A012-D242-073C-3DACA05D2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225F-6FBA-4B90-92BB-EFB2532123D7}" type="datetimeFigureOut">
              <a:rPr lang="ru-RU" smtClean="0"/>
              <a:t>09.04.2023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EB470C-EFFF-F2C6-20DD-38E79AA19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F58F18-00A1-17BC-FCC6-258E30847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8632-9168-476A-B678-FC0AC215B6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4811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EBDDA4-AA1C-60D2-26F6-DD38DDBD0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13EA2E-4E5F-F64F-0B76-6982515A7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875D9B-DDA4-3C0D-5C3C-8A8FF0782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974860-1AA3-21A1-D5E4-D28421902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225F-6FBA-4B90-92BB-EFB2532123D7}" type="datetimeFigureOut">
              <a:rPr lang="ru-RU" smtClean="0"/>
              <a:t>09.04.2023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64D96E-AE25-5B3F-55B5-32DE9126B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E6CB1F-CAD0-310B-A7AF-11CF6EDDA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8632-9168-476A-B678-FC0AC215B6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919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6A368-36DC-2387-1880-C62CA7D93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2D9F54-E1FB-3A6B-310F-64D37D934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6480C8-E39B-98D8-CCE3-60C1E8134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708F5BA-9A5F-E493-DDB7-BA6D439284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5C5D7EE-A5D6-B0AB-6B6B-0D387CCA0D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4DAF5FD-5FE8-5D80-A779-DC9DA7BE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225F-6FBA-4B90-92BB-EFB2532123D7}" type="datetimeFigureOut">
              <a:rPr lang="ru-RU" smtClean="0"/>
              <a:t>09.04.2023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E9BE37B-E9DA-EEFC-0AD8-51DA0548C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3D2942C-C1FD-AA0E-77E7-E8D684938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8632-9168-476A-B678-FC0AC215B6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29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032736-2425-9E85-E30E-8363F9C26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45E3BFE-2A23-52DF-7948-FB30B7710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225F-6FBA-4B90-92BB-EFB2532123D7}" type="datetimeFigureOut">
              <a:rPr lang="ru-RU" smtClean="0"/>
              <a:t>09.04.2023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0F406D8-6041-ED1F-F581-0C0575322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076E73E-6458-5265-65B7-4E5BA1C55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8632-9168-476A-B678-FC0AC215B6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8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CA2808-9BD0-B39B-E4C0-0F7CBADC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225F-6FBA-4B90-92BB-EFB2532123D7}" type="datetimeFigureOut">
              <a:rPr lang="ru-RU" smtClean="0"/>
              <a:t>09.04.2023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F48C4FE-7E01-BD1F-B06F-17F31228E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57FB8E-29CE-DC8F-3ED5-4EEF4A8E1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8632-9168-476A-B678-FC0AC215B6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971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CDC69A-D54F-E428-B6FA-099E0D488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FCC4C1-F503-745E-E378-C37E5DF09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545E22A-D281-4857-A5F4-CF6437CFA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3FAFBA-3B05-8158-6869-EF682B206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225F-6FBA-4B90-92BB-EFB2532123D7}" type="datetimeFigureOut">
              <a:rPr lang="ru-RU" smtClean="0"/>
              <a:t>09.04.2023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0CCE7A-2D14-1C37-4909-329EC3FA9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241C2C-0457-CA78-A7AA-3C689E195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8632-9168-476A-B678-FC0AC215B6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2708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4809B8-DC53-EA1B-69C7-5D92A4FD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49AA438-52BE-A48C-841F-EE8B88B364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D5645A-EB9F-BEB1-9C90-48D29D678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080AA9-8E36-E884-FF64-8699241CF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225F-6FBA-4B90-92BB-EFB2532123D7}" type="datetimeFigureOut">
              <a:rPr lang="ru-RU" smtClean="0"/>
              <a:t>09.04.2023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210240-F07C-8E10-EDC1-E2737B9CE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3B6AE4-96AA-7350-38E4-5E46E137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8632-9168-476A-B678-FC0AC215B6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0900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EEC770-F4D1-F2C4-E8FC-1FB6E74CA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09DAB8-0C9F-B40B-D2D2-E5D5F146E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F23B7F-D7C8-2C1A-FB36-DDE702955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225F-6FBA-4B90-92BB-EFB2532123D7}" type="datetimeFigureOut">
              <a:rPr lang="ru-RU" smtClean="0"/>
              <a:t>09.04.2023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5CAADC-2017-7472-2718-816FD68C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0E6B40-ED29-88B2-9D34-E9EA113A5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8632-9168-476A-B678-FC0AC215B6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267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3D550B7-2791-EF3F-E942-4993E6D8D8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677162E-347A-3FC1-AF0E-21E8A12A3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99DCF9-ACF8-A53B-176E-8DF2B1D8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225F-6FBA-4B90-92BB-EFB2532123D7}" type="datetimeFigureOut">
              <a:rPr lang="ru-RU" smtClean="0"/>
              <a:t>09.04.2023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AB2EB1-80DD-C54C-77E1-A114DEBB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7C4C4F-AC29-3036-CEDB-F67E88D7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8632-9168-476A-B678-FC0AC215B6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6737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9331E-E29F-B2F6-0055-FF62A5CE2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95CE55-4E3D-6148-08B0-B7923F227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CFDCA2-A363-1508-7F6C-FDE71062A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B225F-6FBA-4B90-92BB-EFB2532123D7}" type="datetimeFigureOut">
              <a:rPr lang="ru-RU" smtClean="0"/>
              <a:t>09.04.2023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AF8B0B-6540-50E4-3CA8-162291789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06C00E-DF3A-94D0-92C1-47CFEE71E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48632-9168-476A-B678-FC0AC215B6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8574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картинка 1">
            <a:extLst>
              <a:ext uri="{FF2B5EF4-FFF2-40B4-BE49-F238E27FC236}">
                <a16:creationId xmlns:a16="http://schemas.microsoft.com/office/drawing/2014/main" id="{BDEB96BB-E7D0-C195-7E2A-18CB424766B2}"/>
              </a:ext>
            </a:extLst>
          </p:cNvPr>
          <p:cNvGrpSpPr/>
          <p:nvPr/>
        </p:nvGrpSpPr>
        <p:grpSpPr>
          <a:xfrm>
            <a:off x="701905" y="1693146"/>
            <a:ext cx="1594339" cy="1078524"/>
            <a:chOff x="375138" y="257907"/>
            <a:chExt cx="1594339" cy="1078524"/>
          </a:xfrm>
        </p:grpSpPr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6660AF09-CB7D-C346-C26B-2AB1BC1C44DA}"/>
                </a:ext>
              </a:extLst>
            </p:cNvPr>
            <p:cNvSpPr/>
            <p:nvPr/>
          </p:nvSpPr>
          <p:spPr>
            <a:xfrm>
              <a:off x="375138" y="257907"/>
              <a:ext cx="1594339" cy="10785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C6D5ED5F-CDBA-221B-7E7B-5776E59FB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04757" y="345830"/>
              <a:ext cx="1354546" cy="902678"/>
            </a:xfrm>
            <a:prstGeom prst="rect">
              <a:avLst/>
            </a:prstGeom>
          </p:spPr>
        </p:pic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EE9A29F7-EC61-A0AE-B926-9EDA45C82745}"/>
              </a:ext>
            </a:extLst>
          </p:cNvPr>
          <p:cNvGrpSpPr/>
          <p:nvPr/>
        </p:nvGrpSpPr>
        <p:grpSpPr>
          <a:xfrm>
            <a:off x="2706545" y="1716173"/>
            <a:ext cx="1594339" cy="1078524"/>
            <a:chOff x="2773952" y="1806608"/>
            <a:chExt cx="1594339" cy="1078524"/>
          </a:xfrm>
        </p:grpSpPr>
        <p:sp>
          <p:nvSpPr>
            <p:cNvPr id="31" name="Прямоугольник: скругленные углы 30">
              <a:extLst>
                <a:ext uri="{FF2B5EF4-FFF2-40B4-BE49-F238E27FC236}">
                  <a16:creationId xmlns:a16="http://schemas.microsoft.com/office/drawing/2014/main" id="{BB610E20-7CAA-6B32-F26F-427F5F7A8447}"/>
                </a:ext>
              </a:extLst>
            </p:cNvPr>
            <p:cNvSpPr/>
            <p:nvPr/>
          </p:nvSpPr>
          <p:spPr>
            <a:xfrm>
              <a:off x="2773952" y="1806608"/>
              <a:ext cx="1594339" cy="10785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0EF4A41F-17EB-7C90-40F8-EDD5E7E11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899554" y="1894531"/>
              <a:ext cx="1354546" cy="902678"/>
            </a:xfrm>
            <a:prstGeom prst="rect">
              <a:avLst/>
            </a:prstGeom>
          </p:spPr>
        </p:pic>
      </p:grpSp>
      <p:grpSp>
        <p:nvGrpSpPr>
          <p:cNvPr id="8" name="картинка 1">
            <a:extLst>
              <a:ext uri="{FF2B5EF4-FFF2-40B4-BE49-F238E27FC236}">
                <a16:creationId xmlns:a16="http://schemas.microsoft.com/office/drawing/2014/main" id="{CDD20EAF-FC7B-FF69-DC7A-EA496AF4F5FE}"/>
              </a:ext>
            </a:extLst>
          </p:cNvPr>
          <p:cNvGrpSpPr/>
          <p:nvPr/>
        </p:nvGrpSpPr>
        <p:grpSpPr>
          <a:xfrm>
            <a:off x="757588" y="375137"/>
            <a:ext cx="1594339" cy="1078524"/>
            <a:chOff x="375138" y="257907"/>
            <a:chExt cx="1594339" cy="1078524"/>
          </a:xfrm>
        </p:grpSpPr>
        <p:sp>
          <p:nvSpPr>
            <p:cNvPr id="2" name="Прямоугольник: скругленные углы 1">
              <a:extLst>
                <a:ext uri="{FF2B5EF4-FFF2-40B4-BE49-F238E27FC236}">
                  <a16:creationId xmlns:a16="http://schemas.microsoft.com/office/drawing/2014/main" id="{CC83C431-1ABE-2816-97BD-BB9F086FE314}"/>
                </a:ext>
              </a:extLst>
            </p:cNvPr>
            <p:cNvSpPr/>
            <p:nvPr/>
          </p:nvSpPr>
          <p:spPr>
            <a:xfrm>
              <a:off x="375138" y="257907"/>
              <a:ext cx="1594339" cy="10785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45BE3055-C2C3-7B86-C689-7EE676BB1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99778" l="111" r="99444">
                          <a14:foregroundMark x1="38667" y1="1556" x2="21111" y2="9333"/>
                          <a14:foregroundMark x1="21111" y1="9333" x2="7803" y2="23793"/>
                          <a14:foregroundMark x1="270" y1="46333" x2="3362" y2="67883"/>
                          <a14:foregroundMark x1="25806" y1="92620" x2="32710" y2="96565"/>
                          <a14:foregroundMark x1="32966" y1="96738" x2="25761" y2="92658"/>
                          <a14:foregroundMark x1="38333" y1="99778" x2="37925" y2="99547"/>
                          <a14:foregroundMark x1="11932" y1="80877" x2="6778" y2="73556"/>
                          <a14:foregroundMark x1="6778" y1="73556" x2="10088" y2="79015"/>
                          <a14:foregroundMark x1="44469" y1="99626" x2="57299" y2="99419"/>
                          <a14:foregroundMark x1="71600" y1="94950" x2="77287" y2="92159"/>
                          <a14:foregroundMark x1="82638" y1="87867" x2="96106" y2="70471"/>
                          <a14:foregroundMark x1="98150" y1="66126" x2="99333" y2="63333"/>
                          <a14:foregroundMark x1="96556" y1="69889" x2="97457" y2="67762"/>
                          <a14:foregroundMark x1="99343" y1="61215" x2="99444" y2="41111"/>
                          <a14:foregroundMark x1="99342" y1="61515" x2="99341" y2="61699"/>
                          <a14:foregroundMark x1="99333" y1="63333" x2="99340" y2="61977"/>
                          <a14:foregroundMark x1="99444" y1="41111" x2="88333" y2="18333"/>
                          <a14:foregroundMark x1="88333" y1="18333" x2="84421" y2="13653"/>
                          <a14:foregroundMark x1="706" y1="46333" x2="2778" y2="64889"/>
                          <a14:foregroundMark x1="4008" y1="67628" x2="8325" y2="77235"/>
                          <a14:foregroundMark x1="2778" y1="64889" x2="3552" y2="66611"/>
                          <a14:foregroundMark x1="45000" y1="6667" x2="30222" y2="13333"/>
                          <a14:foregroundMark x1="30222" y1="13333" x2="28111" y2="22778"/>
                          <a14:foregroundMark x1="28111" y1="22778" x2="46444" y2="19000"/>
                          <a14:foregroundMark x1="46444" y1="19000" x2="48667" y2="8333"/>
                          <a14:foregroundMark x1="48667" y1="8333" x2="46000" y2="6667"/>
                          <a14:foregroundMark x1="64970" y1="3224" x2="69111" y2="6444"/>
                          <a14:foregroundMark x1="65000" y1="3778" x2="86444" y2="17222"/>
                          <a14:foregroundMark x1="86444" y1="17222" x2="92556" y2="24667"/>
                          <a14:foregroundMark x1="92556" y1="24667" x2="99444" y2="46000"/>
                          <a14:foregroundMark x1="83889" y1="20556" x2="60444" y2="17000"/>
                          <a14:foregroundMark x1="60444" y1="17000" x2="49444" y2="33222"/>
                          <a14:foregroundMark x1="49444" y1="33222" x2="69556" y2="47444"/>
                          <a14:foregroundMark x1="69556" y1="47444" x2="84667" y2="41000"/>
                          <a14:foregroundMark x1="84667" y1="41000" x2="86556" y2="22556"/>
                          <a14:foregroundMark x1="86556" y1="22556" x2="84444" y2="18444"/>
                          <a14:foregroundMark x1="82222" y1="22556" x2="72111" y2="21111"/>
                          <a14:foregroundMark x1="72111" y1="21111" x2="55667" y2="32556"/>
                          <a14:foregroundMark x1="55667" y1="32556" x2="72778" y2="42889"/>
                          <a14:foregroundMark x1="72778" y1="42889" x2="83667" y2="30000"/>
                          <a14:foregroundMark x1="83667" y1="30000" x2="81667" y2="21000"/>
                          <a14:foregroundMark x1="81667" y1="21000" x2="81222" y2="20556"/>
                          <a14:foregroundMark x1="76222" y1="23556" x2="78111" y2="35444"/>
                          <a14:foregroundMark x1="78111" y1="35444" x2="74556" y2="26111"/>
                          <a14:foregroundMark x1="74556" y1="26111" x2="73667" y2="25778"/>
                          <a14:foregroundMark x1="67333" y1="29556" x2="79778" y2="39778"/>
                          <a14:foregroundMark x1="79778" y1="39778" x2="83111" y2="39111"/>
                          <a14:foregroundMark x1="85444" y1="28889" x2="90444" y2="38778"/>
                          <a14:foregroundMark x1="90444" y1="38778" x2="89111" y2="30889"/>
                          <a14:foregroundMark x1="69889" y1="4778" x2="82000" y2="12444"/>
                          <a14:foregroundMark x1="74667" y1="7667" x2="65444" y2="3222"/>
                          <a14:backgroundMark x1="5444" y1="22444" x2="222" y2="37556"/>
                          <a14:backgroundMark x1="6444" y1="22000" x2="222" y2="39111"/>
                          <a14:backgroundMark x1="889" y1="40222" x2="889" y2="46333"/>
                          <a14:backgroundMark x1="1000" y1="37556" x2="667" y2="46000"/>
                          <a14:backgroundMark x1="2222" y1="68333" x2="6111" y2="77667"/>
                          <a14:backgroundMark x1="6111" y1="77667" x2="17778" y2="89444"/>
                          <a14:backgroundMark x1="17778" y1="89444" x2="18000" y2="89444"/>
                          <a14:backgroundMark x1="18111" y1="88222" x2="24444" y2="93778"/>
                          <a14:backgroundMark x1="24444" y1="93778" x2="35222" y2="98778"/>
                          <a14:backgroundMark x1="31444" y1="98111" x2="44667" y2="99333"/>
                          <a14:backgroundMark x1="59333" y1="99444" x2="71333" y2="96444"/>
                          <a14:backgroundMark x1="77778" y1="93556" x2="82444" y2="88333"/>
                          <a14:backgroundMark x1="75000" y1="94889" x2="81556" y2="90444"/>
                          <a14:backgroundMark x1="81556" y1="90444" x2="81556" y2="90444"/>
                          <a14:backgroundMark x1="95333" y1="75556" x2="99444" y2="61222"/>
                          <a14:backgroundMark x1="95778" y1="73111" x2="98778" y2="65333"/>
                          <a14:backgroundMark x1="94667" y1="74222" x2="98333" y2="65111"/>
                          <a14:backgroundMark x1="97111" y1="71111" x2="99000" y2="62222"/>
                          <a14:backgroundMark x1="84111" y1="13000" x2="82433" y2="12009"/>
                          <a14:backgroundMark x1="64692" y1="1703" x2="55222" y2="0"/>
                          <a14:backgroundMark x1="32111" y1="97778" x2="37222" y2="99667"/>
                          <a14:backgroundMark x1="37222" y1="99778" x2="37778" y2="99778"/>
                          <a14:backgroundMark x1="78333" y1="92333" x2="75556" y2="95000"/>
                          <a14:backgroundMark x1="59778" y1="99444" x2="59333" y2="99667"/>
                          <a14:backgroundMark x1="59778" y1="99667" x2="59333" y2="99667"/>
                          <a14:backgroundMark x1="59444" y1="99444" x2="57556" y2="9977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652" y="345830"/>
              <a:ext cx="902678" cy="902678"/>
            </a:xfrm>
            <a:prstGeom prst="rect">
              <a:avLst/>
            </a:prstGeom>
          </p:spPr>
        </p:pic>
      </p:grpSp>
      <p:sp>
        <p:nvSpPr>
          <p:cNvPr id="4" name="зеленый 1">
            <a:extLst>
              <a:ext uri="{FF2B5EF4-FFF2-40B4-BE49-F238E27FC236}">
                <a16:creationId xmlns:a16="http://schemas.microsoft.com/office/drawing/2014/main" id="{484887A8-99F9-CBFB-BCCF-F9E490E61378}"/>
              </a:ext>
            </a:extLst>
          </p:cNvPr>
          <p:cNvSpPr/>
          <p:nvPr/>
        </p:nvSpPr>
        <p:spPr>
          <a:xfrm>
            <a:off x="757588" y="375137"/>
            <a:ext cx="1594339" cy="1078524"/>
          </a:xfrm>
          <a:prstGeom prst="roundRect">
            <a:avLst/>
          </a:prstGeom>
          <a:solidFill>
            <a:srgbClr val="E6E6E6">
              <a:alpha val="0"/>
            </a:srgb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синий 1">
            <a:extLst>
              <a:ext uri="{FF2B5EF4-FFF2-40B4-BE49-F238E27FC236}">
                <a16:creationId xmlns:a16="http://schemas.microsoft.com/office/drawing/2014/main" id="{728100E5-7200-28BE-A8EF-78DCDBBC3D25}"/>
              </a:ext>
            </a:extLst>
          </p:cNvPr>
          <p:cNvSpPr/>
          <p:nvPr/>
        </p:nvSpPr>
        <p:spPr>
          <a:xfrm>
            <a:off x="757588" y="375137"/>
            <a:ext cx="1594339" cy="1078524"/>
          </a:xfrm>
          <a:prstGeom prst="roundRect">
            <a:avLst/>
          </a:prstGeom>
          <a:solidFill>
            <a:srgbClr val="E6E6E6">
              <a:alpha val="0"/>
            </a:srgb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ложка 1">
            <a:extLst>
              <a:ext uri="{FF2B5EF4-FFF2-40B4-BE49-F238E27FC236}">
                <a16:creationId xmlns:a16="http://schemas.microsoft.com/office/drawing/2014/main" id="{E16DB88F-1C9E-6BFB-F369-611326BA9354}"/>
              </a:ext>
            </a:extLst>
          </p:cNvPr>
          <p:cNvSpPr/>
          <p:nvPr/>
        </p:nvSpPr>
        <p:spPr>
          <a:xfrm>
            <a:off x="769312" y="375137"/>
            <a:ext cx="1570891" cy="1078524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9" name="картинка 2">
            <a:extLst>
              <a:ext uri="{FF2B5EF4-FFF2-40B4-BE49-F238E27FC236}">
                <a16:creationId xmlns:a16="http://schemas.microsoft.com/office/drawing/2014/main" id="{05A0CEE8-7702-57BE-07A5-30DA38BB1C92}"/>
              </a:ext>
            </a:extLst>
          </p:cNvPr>
          <p:cNvGrpSpPr/>
          <p:nvPr/>
        </p:nvGrpSpPr>
        <p:grpSpPr>
          <a:xfrm>
            <a:off x="2718269" y="375137"/>
            <a:ext cx="1594339" cy="1078524"/>
            <a:chOff x="433747" y="216874"/>
            <a:chExt cx="1594339" cy="1078524"/>
          </a:xfrm>
        </p:grpSpPr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1FDF6579-73AE-7A93-4707-EBA79FA2E7FE}"/>
                </a:ext>
              </a:extLst>
            </p:cNvPr>
            <p:cNvSpPr/>
            <p:nvPr/>
          </p:nvSpPr>
          <p:spPr>
            <a:xfrm>
              <a:off x="433747" y="216874"/>
              <a:ext cx="1594339" cy="10785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DF7AECED-5A0C-6852-5BC4-791A1DDBE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99778" l="111" r="99444">
                          <a14:foregroundMark x1="38667" y1="1556" x2="21111" y2="9333"/>
                          <a14:foregroundMark x1="21111" y1="9333" x2="7803" y2="23793"/>
                          <a14:foregroundMark x1="270" y1="46333" x2="3362" y2="67883"/>
                          <a14:foregroundMark x1="25806" y1="92620" x2="32710" y2="96565"/>
                          <a14:foregroundMark x1="32966" y1="96738" x2="25761" y2="92658"/>
                          <a14:foregroundMark x1="38333" y1="99778" x2="37925" y2="99547"/>
                          <a14:foregroundMark x1="11932" y1="80877" x2="6778" y2="73556"/>
                          <a14:foregroundMark x1="6778" y1="73556" x2="10088" y2="79015"/>
                          <a14:foregroundMark x1="44469" y1="99626" x2="57299" y2="99419"/>
                          <a14:foregroundMark x1="71600" y1="94950" x2="77287" y2="92159"/>
                          <a14:foregroundMark x1="82638" y1="87867" x2="96106" y2="70471"/>
                          <a14:foregroundMark x1="98150" y1="66126" x2="99333" y2="63333"/>
                          <a14:foregroundMark x1="96556" y1="69889" x2="97457" y2="67762"/>
                          <a14:foregroundMark x1="99343" y1="61215" x2="99444" y2="41111"/>
                          <a14:foregroundMark x1="99342" y1="61515" x2="99341" y2="61699"/>
                          <a14:foregroundMark x1="99333" y1="63333" x2="99340" y2="61977"/>
                          <a14:foregroundMark x1="99444" y1="41111" x2="88333" y2="18333"/>
                          <a14:foregroundMark x1="88333" y1="18333" x2="84421" y2="13653"/>
                          <a14:foregroundMark x1="706" y1="46333" x2="2778" y2="64889"/>
                          <a14:foregroundMark x1="4008" y1="67628" x2="8325" y2="77235"/>
                          <a14:foregroundMark x1="2778" y1="64889" x2="3552" y2="66611"/>
                          <a14:foregroundMark x1="45000" y1="6667" x2="30222" y2="13333"/>
                          <a14:foregroundMark x1="30222" y1="13333" x2="28111" y2="22778"/>
                          <a14:foregroundMark x1="28111" y1="22778" x2="46444" y2="19000"/>
                          <a14:foregroundMark x1="46444" y1="19000" x2="48667" y2="8333"/>
                          <a14:foregroundMark x1="48667" y1="8333" x2="46000" y2="6667"/>
                          <a14:foregroundMark x1="64970" y1="3224" x2="69111" y2="6444"/>
                          <a14:foregroundMark x1="65000" y1="3778" x2="86444" y2="17222"/>
                          <a14:foregroundMark x1="86444" y1="17222" x2="92556" y2="24667"/>
                          <a14:foregroundMark x1="92556" y1="24667" x2="99444" y2="46000"/>
                          <a14:foregroundMark x1="83889" y1="20556" x2="60444" y2="17000"/>
                          <a14:foregroundMark x1="60444" y1="17000" x2="49444" y2="33222"/>
                          <a14:foregroundMark x1="49444" y1="33222" x2="69556" y2="47444"/>
                          <a14:foregroundMark x1="69556" y1="47444" x2="84667" y2="41000"/>
                          <a14:foregroundMark x1="84667" y1="41000" x2="86556" y2="22556"/>
                          <a14:foregroundMark x1="86556" y1="22556" x2="84444" y2="18444"/>
                          <a14:foregroundMark x1="82222" y1="22556" x2="72111" y2="21111"/>
                          <a14:foregroundMark x1="72111" y1="21111" x2="55667" y2="32556"/>
                          <a14:foregroundMark x1="55667" y1="32556" x2="72778" y2="42889"/>
                          <a14:foregroundMark x1="72778" y1="42889" x2="83667" y2="30000"/>
                          <a14:foregroundMark x1="83667" y1="30000" x2="81667" y2="21000"/>
                          <a14:foregroundMark x1="81667" y1="21000" x2="81222" y2="20556"/>
                          <a14:foregroundMark x1="76222" y1="23556" x2="78111" y2="35444"/>
                          <a14:foregroundMark x1="78111" y1="35444" x2="74556" y2="26111"/>
                          <a14:foregroundMark x1="74556" y1="26111" x2="73667" y2="25778"/>
                          <a14:foregroundMark x1="67333" y1="29556" x2="79778" y2="39778"/>
                          <a14:foregroundMark x1="79778" y1="39778" x2="83111" y2="39111"/>
                          <a14:foregroundMark x1="85444" y1="28889" x2="90444" y2="38778"/>
                          <a14:foregroundMark x1="90444" y1="38778" x2="89111" y2="30889"/>
                          <a14:foregroundMark x1="69889" y1="4778" x2="82000" y2="12444"/>
                          <a14:foregroundMark x1="74667" y1="7667" x2="65444" y2="3222"/>
                          <a14:backgroundMark x1="5444" y1="22444" x2="222" y2="37556"/>
                          <a14:backgroundMark x1="6444" y1="22000" x2="222" y2="39111"/>
                          <a14:backgroundMark x1="889" y1="40222" x2="889" y2="46333"/>
                          <a14:backgroundMark x1="1000" y1="37556" x2="667" y2="46000"/>
                          <a14:backgroundMark x1="2222" y1="68333" x2="6111" y2="77667"/>
                          <a14:backgroundMark x1="6111" y1="77667" x2="17778" y2="89444"/>
                          <a14:backgroundMark x1="17778" y1="89444" x2="18000" y2="89444"/>
                          <a14:backgroundMark x1="18111" y1="88222" x2="24444" y2="93778"/>
                          <a14:backgroundMark x1="24444" y1="93778" x2="35222" y2="98778"/>
                          <a14:backgroundMark x1="31444" y1="98111" x2="44667" y2="99333"/>
                          <a14:backgroundMark x1="59333" y1="99444" x2="71333" y2="96444"/>
                          <a14:backgroundMark x1="77778" y1="93556" x2="82444" y2="88333"/>
                          <a14:backgroundMark x1="75000" y1="94889" x2="81556" y2="90444"/>
                          <a14:backgroundMark x1="81556" y1="90444" x2="81556" y2="90444"/>
                          <a14:backgroundMark x1="95333" y1="75556" x2="99444" y2="61222"/>
                          <a14:backgroundMark x1="95778" y1="73111" x2="98778" y2="65333"/>
                          <a14:backgroundMark x1="94667" y1="74222" x2="98333" y2="65111"/>
                          <a14:backgroundMark x1="97111" y1="71111" x2="99000" y2="62222"/>
                          <a14:backgroundMark x1="84111" y1="13000" x2="82433" y2="12009"/>
                          <a14:backgroundMark x1="64692" y1="1703" x2="55222" y2="0"/>
                          <a14:backgroundMark x1="32111" y1="97778" x2="37222" y2="99667"/>
                          <a14:backgroundMark x1="37222" y1="99778" x2="37778" y2="99778"/>
                          <a14:backgroundMark x1="78333" y1="92333" x2="75556" y2="95000"/>
                          <a14:backgroundMark x1="59778" y1="99444" x2="59333" y2="99667"/>
                          <a14:backgroundMark x1="59778" y1="99667" x2="59333" y2="99667"/>
                          <a14:backgroundMark x1="59444" y1="99444" x2="57556" y2="9977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261" y="304797"/>
              <a:ext cx="902678" cy="902678"/>
            </a:xfrm>
            <a:prstGeom prst="rect">
              <a:avLst/>
            </a:prstGeom>
          </p:spPr>
        </p:pic>
      </p:grpSp>
      <p:sp>
        <p:nvSpPr>
          <p:cNvPr id="12" name="зеленый 2">
            <a:extLst>
              <a:ext uri="{FF2B5EF4-FFF2-40B4-BE49-F238E27FC236}">
                <a16:creationId xmlns:a16="http://schemas.microsoft.com/office/drawing/2014/main" id="{26AB606B-8BA7-38B7-4454-1ECB5D95C0A1}"/>
              </a:ext>
            </a:extLst>
          </p:cNvPr>
          <p:cNvSpPr/>
          <p:nvPr/>
        </p:nvSpPr>
        <p:spPr>
          <a:xfrm>
            <a:off x="2718269" y="375137"/>
            <a:ext cx="1594339" cy="1078524"/>
          </a:xfrm>
          <a:prstGeom prst="roundRect">
            <a:avLst/>
          </a:prstGeom>
          <a:solidFill>
            <a:srgbClr val="000000">
              <a:alpha val="0"/>
            </a:srgb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синий 2">
            <a:extLst>
              <a:ext uri="{FF2B5EF4-FFF2-40B4-BE49-F238E27FC236}">
                <a16:creationId xmlns:a16="http://schemas.microsoft.com/office/drawing/2014/main" id="{897DE84B-472B-B592-9D47-F40793B806B2}"/>
              </a:ext>
            </a:extLst>
          </p:cNvPr>
          <p:cNvSpPr/>
          <p:nvPr/>
        </p:nvSpPr>
        <p:spPr>
          <a:xfrm>
            <a:off x="2718269" y="375137"/>
            <a:ext cx="1594339" cy="1078524"/>
          </a:xfrm>
          <a:prstGeom prst="roundRect">
            <a:avLst/>
          </a:prstGeom>
          <a:solidFill>
            <a:srgbClr val="E6E6E6">
              <a:alpha val="0"/>
            </a:srgb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бложка 2">
            <a:extLst>
              <a:ext uri="{FF2B5EF4-FFF2-40B4-BE49-F238E27FC236}">
                <a16:creationId xmlns:a16="http://schemas.microsoft.com/office/drawing/2014/main" id="{AACDF0E6-7ABE-4EA2-C4DF-CD3105946871}"/>
              </a:ext>
            </a:extLst>
          </p:cNvPr>
          <p:cNvSpPr/>
          <p:nvPr/>
        </p:nvSpPr>
        <p:spPr>
          <a:xfrm>
            <a:off x="2729993" y="375137"/>
            <a:ext cx="1570891" cy="107852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зеленый 1">
            <a:extLst>
              <a:ext uri="{FF2B5EF4-FFF2-40B4-BE49-F238E27FC236}">
                <a16:creationId xmlns:a16="http://schemas.microsoft.com/office/drawing/2014/main" id="{F25F510D-CFE3-A64E-3C1C-5D9309676237}"/>
              </a:ext>
            </a:extLst>
          </p:cNvPr>
          <p:cNvSpPr/>
          <p:nvPr/>
        </p:nvSpPr>
        <p:spPr>
          <a:xfrm>
            <a:off x="657946" y="1783581"/>
            <a:ext cx="1594339" cy="1078524"/>
          </a:xfrm>
          <a:prstGeom prst="roundRect">
            <a:avLst/>
          </a:prstGeom>
          <a:solidFill>
            <a:srgbClr val="E6E6E6">
              <a:alpha val="0"/>
            </a:srgb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синий 1">
            <a:extLst>
              <a:ext uri="{FF2B5EF4-FFF2-40B4-BE49-F238E27FC236}">
                <a16:creationId xmlns:a16="http://schemas.microsoft.com/office/drawing/2014/main" id="{B442C72C-D04F-4739-C1F8-E982E8CBD888}"/>
              </a:ext>
            </a:extLst>
          </p:cNvPr>
          <p:cNvSpPr/>
          <p:nvPr/>
        </p:nvSpPr>
        <p:spPr>
          <a:xfrm>
            <a:off x="657946" y="1783581"/>
            <a:ext cx="1594339" cy="1078524"/>
          </a:xfrm>
          <a:prstGeom prst="roundRect">
            <a:avLst/>
          </a:prstGeom>
          <a:solidFill>
            <a:srgbClr val="E6E6E6">
              <a:alpha val="0"/>
            </a:srgb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бложка 1">
            <a:extLst>
              <a:ext uri="{FF2B5EF4-FFF2-40B4-BE49-F238E27FC236}">
                <a16:creationId xmlns:a16="http://schemas.microsoft.com/office/drawing/2014/main" id="{DF0F6D79-2796-399D-3421-9CEC6CFC7B48}"/>
              </a:ext>
            </a:extLst>
          </p:cNvPr>
          <p:cNvSpPr/>
          <p:nvPr/>
        </p:nvSpPr>
        <p:spPr>
          <a:xfrm>
            <a:off x="725353" y="1693146"/>
            <a:ext cx="1570891" cy="1078524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зеленый 2">
            <a:extLst>
              <a:ext uri="{FF2B5EF4-FFF2-40B4-BE49-F238E27FC236}">
                <a16:creationId xmlns:a16="http://schemas.microsoft.com/office/drawing/2014/main" id="{7726D417-EEFF-FA99-AB68-DFDBB0B5C8B2}"/>
              </a:ext>
            </a:extLst>
          </p:cNvPr>
          <p:cNvSpPr/>
          <p:nvPr/>
        </p:nvSpPr>
        <p:spPr>
          <a:xfrm>
            <a:off x="2618627" y="1783581"/>
            <a:ext cx="1594339" cy="1078524"/>
          </a:xfrm>
          <a:prstGeom prst="roundRect">
            <a:avLst/>
          </a:prstGeom>
          <a:solidFill>
            <a:srgbClr val="000000">
              <a:alpha val="0"/>
            </a:srgb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синий 2">
            <a:extLst>
              <a:ext uri="{FF2B5EF4-FFF2-40B4-BE49-F238E27FC236}">
                <a16:creationId xmlns:a16="http://schemas.microsoft.com/office/drawing/2014/main" id="{A8D78111-6503-DABF-4EFB-254B21BC7381}"/>
              </a:ext>
            </a:extLst>
          </p:cNvPr>
          <p:cNvSpPr/>
          <p:nvPr/>
        </p:nvSpPr>
        <p:spPr>
          <a:xfrm>
            <a:off x="2618627" y="1783581"/>
            <a:ext cx="1594339" cy="1078524"/>
          </a:xfrm>
          <a:prstGeom prst="roundRect">
            <a:avLst/>
          </a:prstGeom>
          <a:solidFill>
            <a:srgbClr val="E6E6E6">
              <a:alpha val="0"/>
            </a:srgb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бложка 2">
            <a:extLst>
              <a:ext uri="{FF2B5EF4-FFF2-40B4-BE49-F238E27FC236}">
                <a16:creationId xmlns:a16="http://schemas.microsoft.com/office/drawing/2014/main" id="{78B926F4-6BDC-C50B-716E-5B12BEE62448}"/>
              </a:ext>
            </a:extLst>
          </p:cNvPr>
          <p:cNvSpPr/>
          <p:nvPr/>
        </p:nvSpPr>
        <p:spPr>
          <a:xfrm>
            <a:off x="2729992" y="1716173"/>
            <a:ext cx="1570891" cy="107852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431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2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1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"/>
                            </p:stCondLst>
                            <p:childTnLst>
                              <p:par>
                                <p:cTn id="40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2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"/>
                            </p:stCondLst>
                            <p:childTnLst>
                              <p:par>
                                <p:cTn id="5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1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2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"/>
                            </p:stCondLst>
                            <p:childTnLst>
                              <p:par>
                                <p:cTn id="69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2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7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5" dur="2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2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50"/>
                            </p:stCondLst>
                            <p:childTnLst>
                              <p:par>
                                <p:cTn id="11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" presetClass="entr" presetSubtype="0" fill="hold" grpId="1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2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50"/>
                            </p:stCondLst>
                            <p:childTnLst>
                              <p:par>
                                <p:cTn id="136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7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4" dur="2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2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50"/>
                            </p:stCondLst>
                            <p:childTnLst>
                              <p:par>
                                <p:cTn id="150" presetID="1" presetClass="entr" presetSubtype="0" fill="hold" grpId="1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7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3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3" grpId="0" animBg="1"/>
      <p:bldP spid="3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Аппппрп аппрпа</dc:creator>
  <cp:lastModifiedBy>Аппппрп аппрпа</cp:lastModifiedBy>
  <cp:revision>1</cp:revision>
  <dcterms:created xsi:type="dcterms:W3CDTF">2023-04-09T04:53:57Z</dcterms:created>
  <dcterms:modified xsi:type="dcterms:W3CDTF">2023-04-09T06:20:50Z</dcterms:modified>
</cp:coreProperties>
</file>