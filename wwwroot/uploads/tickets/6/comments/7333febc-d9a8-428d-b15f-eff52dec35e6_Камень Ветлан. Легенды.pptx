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D7AF3-4E79-22B9-3609-472E34CF7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93A69B-61A4-E541-62D4-6C557F9B5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B9D70E-6831-33CF-F91F-2C073537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C222BE-E220-D50D-A947-0674EDF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2A3958-B5CF-3FDB-D57E-DCF67EF1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89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FAE49-168D-4683-CEC2-3BD1CBBA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314C2E-3E18-6F78-0828-F9DA583E7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0545A8-BD8C-8A1C-0042-4990CB03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090B8B-A1F8-D24D-805E-6630648F6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633A37-73C8-68B8-66AF-3C3E99640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613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791DF-E574-2478-4F4D-0E9BF436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9FB8A8-3FE1-8551-4A06-EAE26EE35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A43380-D478-4A99-A4CB-BB6C6AB54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DC0BE4-C175-B43F-346D-E3276169B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C5B079-841E-2B50-CA1A-9389C479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13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D0220-86FC-9810-5ED3-3AC6610D0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08CF6E-391B-360F-8E35-BD835B682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953446-23B7-8A52-FC3F-10CE80BCA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27A01A-15A5-A364-B86C-507E0ADC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CDEA8D-1848-3090-31BD-CFD1A137C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EF2FA4-15D9-9095-7C68-9AD966A6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788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1ECE8-875C-A2F4-5755-E415B885A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CB1D6F-8B44-CEED-92F3-0ECC3A8A4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6F9229-3737-E2EE-D220-78EC99115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65DE2E5-BB1F-FE3B-D622-C1252F8C1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563B86-29E2-7681-7F4B-C7B6C4906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A6D085-2201-8A6D-5823-0D76AC2B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A18F3E-7378-BAF9-3064-4C4B34EB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DE8001-4106-0E58-5D9C-AD0649C4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560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578708-3333-AC72-0167-83607519E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DA313D-1904-EB5C-6752-61594489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772B3F-02E0-D909-7EEA-8DED1BCED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911E4B-EA39-1690-98E0-5A51856D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542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C53802-4D3C-5275-09A2-FF1123A3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857008-B4AB-8E79-16DD-7FC32E9D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9176DE-9CA5-6A6A-1A78-598362CE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63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E45927-A9AE-D2FC-0D4A-3F87D8C35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B8C45C-1A2E-2F2F-D5A9-9D308594A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80CDB7-F0CB-C23B-9920-45EBABB93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00FB46-AB5A-F81B-C7D0-29439D82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A35E75-D16D-BF62-3E81-AD8ED3B5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FF27F6-4CCB-EFB6-CE3A-608E1562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6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5D10B-EBD0-0078-08C1-AD03DD7D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AC50A7-80EB-93A1-C952-DA83335B3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1FB629-6462-7BDB-636E-E62481636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14F5A7-909C-00B0-9172-E7C2D462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90E0AF-1DFF-26AD-711F-ECB01BFBF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0097A9-EF5F-ACDB-1ACD-E3AF1ECD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79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B983E-9389-B497-48B2-EC2C2CFD1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A7835B-16E1-DD9D-A974-346C03213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D2FA83-A114-D4B6-3B33-386C5695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DC5F61-B919-14B3-93D6-D5B2F8BB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93D465-B4A5-A5B5-D591-B9A1A96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65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BF87EC-7333-1B9D-9836-2330085BF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E7E590-09FF-ECDB-47D8-F563198AA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E57207-765F-A16C-CD8F-2F26D90EE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295E81-9EAC-891A-F697-17BB65C7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E38015-2848-DEC1-D999-AAD24766F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701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F64A9-BAB8-4D60-9852-72E06C5D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FC8356-A426-413B-C9BA-98C906488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BB9F18-ACD2-3491-722A-C0E2867BF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590B5-76F7-41C2-A694-96906153E038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4A98E4-6447-50C3-2F3B-12E023520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A010D4-8564-E4A4-A6E8-572AB66B5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20F32-7B10-4A95-9A5D-2DE5A2FC1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63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C40827-BDCD-7538-CFCD-093C912C7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7877" y="1935163"/>
            <a:ext cx="8456246" cy="2387600"/>
          </a:xfrm>
        </p:spPr>
        <p:txBody>
          <a:bodyPr/>
          <a:lstStyle/>
          <a:p>
            <a:r>
              <a:rPr lang="ru-RU" dirty="0"/>
              <a:t>Легенды об окрестностях г. Красновишерска</a:t>
            </a:r>
          </a:p>
        </p:txBody>
      </p:sp>
    </p:spTree>
    <p:extLst>
      <p:ext uri="{BB962C8B-B14F-4D97-AF65-F5344CB8AC3E}">
        <p14:creationId xmlns:p14="http://schemas.microsoft.com/office/powerpoint/2010/main" val="3571449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05A00A-43BB-2F92-2BC6-D4A34BF2A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44" y="1003456"/>
            <a:ext cx="8390461" cy="48510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F9D2A5-04DB-689A-9730-077A2E103570}"/>
              </a:ext>
            </a:extLst>
          </p:cNvPr>
          <p:cNvSpPr txBox="1"/>
          <p:nvPr/>
        </p:nvSpPr>
        <p:spPr>
          <a:xfrm>
            <a:off x="3101405" y="0"/>
            <a:ext cx="548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/>
              <a:t>Красновишерск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DD6A49-0D5F-5FFA-3682-7D2135664D2B}"/>
              </a:ext>
            </a:extLst>
          </p:cNvPr>
          <p:cNvSpPr txBox="1"/>
          <p:nvPr/>
        </p:nvSpPr>
        <p:spPr>
          <a:xfrm>
            <a:off x="8707773" y="1038137"/>
            <a:ext cx="35737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Самый северный город Пермского края, население которого составляет 14 тысяч человек. Город представлен в виде множества бараков.</a:t>
            </a:r>
          </a:p>
        </p:txBody>
      </p:sp>
    </p:spTree>
    <p:extLst>
      <p:ext uri="{BB962C8B-B14F-4D97-AF65-F5344CB8AC3E}">
        <p14:creationId xmlns:p14="http://schemas.microsoft.com/office/powerpoint/2010/main" val="327840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1B6AD2-B563-9FC0-FF0B-E2499FB64921}"/>
              </a:ext>
            </a:extLst>
          </p:cNvPr>
          <p:cNvSpPr txBox="1"/>
          <p:nvPr/>
        </p:nvSpPr>
        <p:spPr>
          <a:xfrm>
            <a:off x="3340216" y="-75501"/>
            <a:ext cx="562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/>
              <a:t>Камень Ветлан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8BEE2B-AFDC-ECBB-F8D2-DE17F2AD2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03" y="983970"/>
            <a:ext cx="7932526" cy="52909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11C075-5DB0-BC5A-1212-96A1D2DD5CB3}"/>
              </a:ext>
            </a:extLst>
          </p:cNvPr>
          <p:cNvSpPr txBox="1"/>
          <p:nvPr/>
        </p:nvSpPr>
        <p:spPr>
          <a:xfrm>
            <a:off x="8900720" y="1231889"/>
            <a:ext cx="34227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333333"/>
                </a:solidFill>
              </a:rPr>
              <a:t>П</a:t>
            </a:r>
            <a:r>
              <a:rPr lang="ru-RU" sz="2800" b="0" i="0" dirty="0">
                <a:solidFill>
                  <a:srgbClr val="333333"/>
                </a:solidFill>
                <a:effectLst/>
              </a:rPr>
              <a:t>редставляет собой практически отвесную систему высоких скалистых утесов. Он тянется вдоль реки на 1750 метров. Высота скал достигает 100 метров.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79591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9EA2DA-5B3B-00A2-0F4A-B92616A115ED}"/>
              </a:ext>
            </a:extLst>
          </p:cNvPr>
          <p:cNvSpPr txBox="1"/>
          <p:nvPr/>
        </p:nvSpPr>
        <p:spPr>
          <a:xfrm>
            <a:off x="3252563" y="-122826"/>
            <a:ext cx="65434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Легенда о Ветлане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ED4E6-E032-3B64-9678-1C82CA8BC325}"/>
              </a:ext>
            </a:extLst>
          </p:cNvPr>
          <p:cNvSpPr txBox="1"/>
          <p:nvPr/>
        </p:nvSpPr>
        <p:spPr>
          <a:xfrm>
            <a:off x="257965" y="622881"/>
            <a:ext cx="5589162" cy="2632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</a:rPr>
              <a:t>В незапамятные времена здесь жили два друга-богатыря – </a:t>
            </a:r>
            <a:r>
              <a:rPr lang="ru-RU" b="0" i="0" dirty="0" err="1">
                <a:effectLst/>
              </a:rPr>
              <a:t>Полюд</a:t>
            </a:r>
            <a:r>
              <a:rPr lang="ru-RU" b="0" i="0" dirty="0">
                <a:effectLst/>
              </a:rPr>
              <a:t> и Ветлан. Оба были одинаково сильны и ловки, отличались лишь ростом и телосложением. Но однажды богатыри встретили красивую девушку – Вишеру. Оба влюбились в нее. Да и Вишере каждый из них был дорог. Между богатырями завязалась драка за то, кому достанется в жены девушка. Вишера умоляла прекратить бой, пыталась их разнять. Но куда там! 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660560-432D-B361-770E-DE45801A1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18" y="3365927"/>
            <a:ext cx="4320332" cy="32402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6285085-BD30-7C41-6505-121E3EBA6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107" y="516795"/>
            <a:ext cx="4417715" cy="2950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023DD0-BE04-26CF-21E4-265844AB116F}"/>
              </a:ext>
            </a:extLst>
          </p:cNvPr>
          <p:cNvSpPr txBox="1"/>
          <p:nvPr/>
        </p:nvSpPr>
        <p:spPr>
          <a:xfrm>
            <a:off x="6524270" y="3466855"/>
            <a:ext cx="54444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</a:rPr>
              <a:t>Богатыри разбежались в разные стороны и давай метать друг в друга огромные камни через голову Вишеры. Шесть дней и шесть ночей длился бой. Но силы у каждого богатыря были равные. Никто не мог одержать победу. На седьмой день оба выбились из сил, покалеченные склонили головы и превратились в каменные горы. Красавице Вишере к тому времени белый свет стал не мил. Упала она меж богатырей. С тех давних пор течет на Северном Урале река Вишера, а рядом стоят окаменевшие богатыри </a:t>
            </a:r>
            <a:r>
              <a:rPr lang="ru-RU" b="0" i="0" dirty="0" err="1">
                <a:effectLst/>
              </a:rPr>
              <a:t>Полюд</a:t>
            </a:r>
            <a:r>
              <a:rPr lang="ru-RU" b="0" i="0" dirty="0">
                <a:effectLst/>
              </a:rPr>
              <a:t> и Ветлан.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99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E75D7B-F2DC-8BA0-518A-973A57D6F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87" y="1208015"/>
            <a:ext cx="7086139" cy="47264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822AED-7D80-FE4D-29A0-E7E9F3A5EADB}"/>
              </a:ext>
            </a:extLst>
          </p:cNvPr>
          <p:cNvSpPr txBox="1"/>
          <p:nvPr/>
        </p:nvSpPr>
        <p:spPr>
          <a:xfrm>
            <a:off x="4018327" y="45035"/>
            <a:ext cx="59645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Малый Ветлан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D3E29-DBB9-DA78-6D78-6E424AC46154}"/>
              </a:ext>
            </a:extLst>
          </p:cNvPr>
          <p:cNvSpPr txBox="1"/>
          <p:nvPr/>
        </p:nvSpPr>
        <p:spPr>
          <a:xfrm>
            <a:off x="7740591" y="1627464"/>
            <a:ext cx="4174922" cy="381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</a:rPr>
              <a:t>В километре от Ветлана, выше по течению Вишеры расположен камень Малый Ветлан. Он значительно ниже своего старшего брата, но ничуть не менее интересен. Отличается необычной формой скального выхода и небольшими пещерами. На стенах пещер множество окаменелостей. С вершины камня открывается вид на Ветлан. Здесь встречается редкое и красивое растение – пион уклоняющийся, занесенное в красную книгу.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514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DC396-D646-ACD0-2CA5-537F02A0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065" y="2193925"/>
            <a:ext cx="6300831" cy="1325563"/>
          </a:xfrm>
        </p:spPr>
        <p:txBody>
          <a:bodyPr>
            <a:noAutofit/>
          </a:bodyPr>
          <a:lstStyle/>
          <a:p>
            <a:r>
              <a:rPr lang="ru-RU" sz="48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1001916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Желтый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291</Words>
  <Application>Microsoft Office PowerPoint</Application>
  <PresentationFormat>Широкоэкранный</PresentationFormat>
  <Paragraphs>11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Легенды об окрестностях г. Красновишерска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Легенды об окрестностях г. Красновишерска</dc:title>
  <dc:creator>Аппппрп аппрпа</dc:creator>
  <cp:lastModifiedBy>Аппппрп аппрпа</cp:lastModifiedBy>
  <cp:revision>1</cp:revision>
  <dcterms:created xsi:type="dcterms:W3CDTF">2023-03-22T16:44:00Z</dcterms:created>
  <dcterms:modified xsi:type="dcterms:W3CDTF">2023-03-22T17:44:24Z</dcterms:modified>
</cp:coreProperties>
</file>